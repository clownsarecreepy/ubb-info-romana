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55261-D00D-4531-85F2-7815D4272C20}" type="datetime1">
              <a:rPr lang="ro-RO" smtClean="0"/>
              <a:t>08.12.2025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97A191-F9ED-44AA-AEE4-9E7ED26D0F78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C6539446-6953-447E-A4E3-E7CFBF8700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750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ă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cer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6" name="apă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pă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reptunghi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0413-3825-4517-84C4-BC4D0AB13719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057804-296C-404E-AB5A-AECE13AB895F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2983A4-6813-4B72-A61A-A17CFCC7D384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u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0E1F3A-7531-4910-B6EB-58549CF60FD5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5A7078-7B7F-48B7-8822-93D7DA5E9327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67F5C-FACA-46A7-A8EA-9CDEA26B0827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C185D-BB37-4190-AD07-0A9F79920DF0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2CB56C-2BA1-4215-B6A3-04C489B091CB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0E6F7-DBC8-44CA-A21F-7876F2AEC1C8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C643B-5485-403E-8EBD-16244D488590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8" name="apă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9" name="apă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pă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5EF10CAA-0CF2-43FB-B8EE-A41EE9E83454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examenul</a:t>
            </a:r>
            <a:r>
              <a:rPr lang="en-US" dirty="0"/>
              <a:t> </a:t>
            </a:r>
            <a:r>
              <a:rPr lang="en-US" dirty="0" err="1"/>
              <a:t>practic</a:t>
            </a:r>
            <a:endParaRPr lang="ro-RO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o-RO" dirty="0"/>
              <a:t>Seminar 6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7E58-E44E-56F9-A54A-C2A89D44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Varianta</a:t>
            </a:r>
            <a:r>
              <a:rPr lang="en-US" dirty="0">
                <a:latin typeface="+mn-lt"/>
              </a:rPr>
              <a:t> 1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FE52-4C88-23FA-07D3-8BF647460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bază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gestiunea</a:t>
            </a:r>
            <a:r>
              <a:rPr lang="en-US" dirty="0"/>
              <a:t> </a:t>
            </a:r>
            <a:r>
              <a:rPr lang="en-US" dirty="0" err="1"/>
              <a:t>mersului</a:t>
            </a:r>
            <a:r>
              <a:rPr lang="en-US" dirty="0"/>
              <a:t> </a:t>
            </a:r>
            <a:r>
              <a:rPr lang="en-US" dirty="0" err="1"/>
              <a:t>trenurilor</a:t>
            </a:r>
            <a:r>
              <a:rPr lang="en-US" dirty="0"/>
              <a:t>.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informații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rutele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trenurilor</a:t>
            </a:r>
            <a:r>
              <a:rPr lang="en-US" dirty="0"/>
              <a:t>. </a:t>
            </a:r>
            <a:endParaRPr lang="ro-RO" dirty="0"/>
          </a:p>
          <a:p>
            <a:r>
              <a:rPr lang="ro-RO" dirty="0"/>
              <a:t>E</a:t>
            </a:r>
            <a:r>
              <a:rPr lang="en-US" dirty="0" err="1"/>
              <a:t>ntitățile</a:t>
            </a:r>
            <a:r>
              <a:rPr lang="en-US" dirty="0"/>
              <a:t> de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sunt: </a:t>
            </a:r>
            <a:r>
              <a:rPr lang="en-US" dirty="0" err="1"/>
              <a:t>trenuri</a:t>
            </a:r>
            <a:r>
              <a:rPr lang="en-US" dirty="0"/>
              <a:t>,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tren</a:t>
            </a:r>
            <a:r>
              <a:rPr lang="en-US" dirty="0"/>
              <a:t>, </a:t>
            </a:r>
            <a:r>
              <a:rPr lang="en-US" dirty="0" err="1"/>
              <a:t>stații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ro-RO" dirty="0"/>
              <a:t>.</a:t>
            </a:r>
            <a:r>
              <a:rPr lang="en-US" dirty="0"/>
              <a:t> </a:t>
            </a:r>
            <a:endParaRPr lang="ro-RO" dirty="0"/>
          </a:p>
          <a:p>
            <a:r>
              <a:rPr lang="ro-RO" dirty="0"/>
              <a:t>F</a:t>
            </a:r>
            <a:r>
              <a:rPr lang="en-US" dirty="0" err="1"/>
              <a:t>iecare</a:t>
            </a:r>
            <a:r>
              <a:rPr lang="en-US" dirty="0"/>
              <a:t> </a:t>
            </a:r>
            <a:r>
              <a:rPr lang="en-US" dirty="0" err="1"/>
              <a:t>tren</a:t>
            </a:r>
            <a:r>
              <a:rPr lang="en-US" dirty="0"/>
              <a:t> are un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aparține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tip</a:t>
            </a:r>
            <a:r>
              <a:rPr lang="ro-RO" dirty="0"/>
              <a:t>.</a:t>
            </a:r>
            <a:r>
              <a:rPr lang="en-US" dirty="0"/>
              <a:t> </a:t>
            </a:r>
            <a:r>
              <a:rPr lang="ro-RO" dirty="0"/>
              <a:t>T</a:t>
            </a:r>
            <a:r>
              <a:rPr lang="en-US" dirty="0" err="1"/>
              <a:t>ipul</a:t>
            </a:r>
            <a:r>
              <a:rPr lang="en-US" dirty="0"/>
              <a:t> </a:t>
            </a:r>
            <a:r>
              <a:rPr lang="en-US" dirty="0" err="1"/>
              <a:t>trenului</a:t>
            </a:r>
            <a:r>
              <a:rPr lang="en-US" dirty="0"/>
              <a:t> are o </a:t>
            </a:r>
            <a:r>
              <a:rPr lang="en-US" dirty="0" err="1"/>
              <a:t>descriere</a:t>
            </a:r>
            <a:r>
              <a:rPr lang="ro-RO" dirty="0"/>
              <a:t>.</a:t>
            </a:r>
          </a:p>
          <a:p>
            <a:r>
              <a:rPr lang="ro-RO" dirty="0"/>
              <a:t>F</a:t>
            </a:r>
            <a:r>
              <a:rPr lang="en-US" dirty="0" err="1"/>
              <a:t>iecare</a:t>
            </a:r>
            <a:r>
              <a:rPr lang="en-US" dirty="0"/>
              <a:t> </a:t>
            </a:r>
            <a:r>
              <a:rPr lang="en-US" dirty="0" err="1"/>
              <a:t>rută</a:t>
            </a:r>
            <a:r>
              <a:rPr lang="en-US" dirty="0"/>
              <a:t> are un </a:t>
            </a:r>
            <a:r>
              <a:rPr lang="en-US" dirty="0" err="1"/>
              <a:t>nume</a:t>
            </a:r>
            <a:r>
              <a:rPr lang="en-US" dirty="0"/>
              <a:t>, un </a:t>
            </a:r>
            <a:r>
              <a:rPr lang="en-US" dirty="0" err="1"/>
              <a:t>tren</a:t>
            </a:r>
            <a:r>
              <a:rPr lang="en-US" dirty="0"/>
              <a:t> </a:t>
            </a:r>
            <a:r>
              <a:rPr lang="en-US" dirty="0" err="1"/>
              <a:t>asociat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listă</a:t>
            </a:r>
            <a:r>
              <a:rPr lang="en-US" dirty="0"/>
              <a:t> de </a:t>
            </a:r>
            <a:r>
              <a:rPr lang="en-US" dirty="0" err="1"/>
              <a:t>stații</a:t>
            </a:r>
            <a:r>
              <a:rPr lang="en-US" dirty="0"/>
              <a:t> cu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stație</a:t>
            </a:r>
            <a:r>
              <a:rPr lang="ro-RO" dirty="0"/>
              <a:t>.</a:t>
            </a:r>
            <a:r>
              <a:rPr lang="en-US" dirty="0"/>
              <a:t> </a:t>
            </a:r>
            <a:r>
              <a:rPr lang="ro-RO" dirty="0"/>
              <a:t>O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 sunt </a:t>
            </a:r>
            <a:r>
              <a:rPr lang="en-US" dirty="0" err="1"/>
              <a:t>reprezentate</a:t>
            </a:r>
            <a:r>
              <a:rPr lang="en-US" dirty="0"/>
              <a:t> ca </a:t>
            </a:r>
            <a:r>
              <a:rPr lang="en-US" dirty="0" err="1"/>
              <a:t>perechi</a:t>
            </a:r>
            <a:r>
              <a:rPr lang="en-US" dirty="0"/>
              <a:t> </a:t>
            </a:r>
            <a:r>
              <a:rPr lang="en-US" dirty="0" err="1"/>
              <a:t>oră</a:t>
            </a:r>
            <a:r>
              <a:rPr lang="en-US" dirty="0"/>
              <a:t>/</a:t>
            </a:r>
            <a:r>
              <a:rPr lang="en-US" dirty="0" err="1"/>
              <a:t>minut</a:t>
            </a:r>
            <a:r>
              <a:rPr lang="en-US" dirty="0"/>
              <a:t> (</a:t>
            </a:r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trenul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la 5 PM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pleacă</a:t>
            </a:r>
            <a:r>
              <a:rPr lang="en-US" dirty="0"/>
              <a:t> la 5:10 PM). Sta</a:t>
            </a:r>
            <a:r>
              <a:rPr lang="ro-RO" dirty="0"/>
              <a:t>ția are un nume.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8665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DD80-FD06-E7FD-564F-50F1FA3D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Cerințe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295A-B7BA-9380-D4E3-AE28873B1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Scrieți</a:t>
            </a:r>
            <a:r>
              <a:rPr lang="en-US" dirty="0"/>
              <a:t> un script SQL care </a:t>
            </a:r>
            <a:r>
              <a:rPr lang="en-US" dirty="0" err="1"/>
              <a:t>creează</a:t>
            </a:r>
            <a:r>
              <a:rPr lang="en-US" dirty="0"/>
              <a:t> un model </a:t>
            </a:r>
            <a:r>
              <a:rPr lang="en-US" dirty="0" err="1"/>
              <a:t>relațional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reprezenta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4</a:t>
            </a:r>
            <a:r>
              <a:rPr lang="ro-RO" dirty="0"/>
              <a:t> puncte)</a:t>
            </a:r>
          </a:p>
          <a:p>
            <a:r>
              <a:rPr lang="en-US" dirty="0"/>
              <a:t>2) </a:t>
            </a:r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procedură</a:t>
            </a:r>
            <a:r>
              <a:rPr lang="en-US" dirty="0"/>
              <a:t> </a:t>
            </a:r>
            <a:r>
              <a:rPr lang="en-US" dirty="0" err="1"/>
              <a:t>stocată</a:t>
            </a:r>
            <a:r>
              <a:rPr lang="en-US" dirty="0"/>
              <a:t> care </a:t>
            </a:r>
            <a:r>
              <a:rPr lang="en-US" dirty="0" err="1"/>
              <a:t>primește</a:t>
            </a:r>
            <a:r>
              <a:rPr lang="en-US" dirty="0"/>
              <a:t> o </a:t>
            </a:r>
            <a:r>
              <a:rPr lang="en-US" dirty="0" err="1"/>
              <a:t>rută</a:t>
            </a:r>
            <a:r>
              <a:rPr lang="en-US" dirty="0"/>
              <a:t>, o </a:t>
            </a:r>
            <a:r>
              <a:rPr lang="en-US" dirty="0" err="1"/>
              <a:t>stație</a:t>
            </a:r>
            <a:r>
              <a:rPr lang="en-US" dirty="0"/>
              <a:t>,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,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adaugă</a:t>
            </a:r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stație</a:t>
            </a:r>
            <a:r>
              <a:rPr lang="en-US" dirty="0"/>
              <a:t> </a:t>
            </a:r>
            <a:r>
              <a:rPr lang="en-US" dirty="0" err="1"/>
              <a:t>rutei</a:t>
            </a:r>
            <a:r>
              <a:rPr lang="en-US" dirty="0"/>
              <a:t>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stația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, se </a:t>
            </a:r>
            <a:r>
              <a:rPr lang="en-US" dirty="0" err="1"/>
              <a:t>actualizează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3</a:t>
            </a:r>
            <a:r>
              <a:rPr lang="ro-RO" dirty="0"/>
              <a:t> puncte)</a:t>
            </a:r>
            <a:r>
              <a:rPr lang="en-US" dirty="0"/>
              <a:t> </a:t>
            </a:r>
            <a:endParaRPr lang="ro-RO" dirty="0"/>
          </a:p>
          <a:p>
            <a:r>
              <a:rPr lang="en-US" b="1" dirty="0"/>
              <a:t>3) </a:t>
            </a:r>
            <a:r>
              <a:rPr lang="en-US" b="1" dirty="0" err="1"/>
              <a:t>Creați</a:t>
            </a:r>
            <a:r>
              <a:rPr lang="en-US" b="1" dirty="0"/>
              <a:t> un view care </a:t>
            </a:r>
            <a:r>
              <a:rPr lang="en-US" b="1" dirty="0" err="1"/>
              <a:t>afișează</a:t>
            </a:r>
            <a:r>
              <a:rPr lang="en-US" b="1" dirty="0"/>
              <a:t> </a:t>
            </a:r>
            <a:r>
              <a:rPr lang="en-US" b="1" dirty="0" err="1"/>
              <a:t>numele</a:t>
            </a:r>
            <a:r>
              <a:rPr lang="en-US" b="1" dirty="0"/>
              <a:t> </a:t>
            </a:r>
            <a:r>
              <a:rPr lang="en-US" b="1" dirty="0" err="1"/>
              <a:t>rutelor</a:t>
            </a:r>
            <a:r>
              <a:rPr lang="en-US" b="1" dirty="0"/>
              <a:t> care </a:t>
            </a:r>
            <a:r>
              <a:rPr lang="en-US" b="1" dirty="0" err="1"/>
              <a:t>conțin</a:t>
            </a:r>
            <a:r>
              <a:rPr lang="en-US" b="1" dirty="0"/>
              <a:t> </a:t>
            </a:r>
            <a:r>
              <a:rPr lang="en-US" b="1" dirty="0" err="1"/>
              <a:t>toate</a:t>
            </a:r>
            <a:r>
              <a:rPr lang="en-US" b="1" dirty="0"/>
              <a:t> </a:t>
            </a:r>
            <a:r>
              <a:rPr lang="en-US" b="1" dirty="0" err="1"/>
              <a:t>stațiile</a:t>
            </a:r>
            <a:r>
              <a:rPr lang="en-US" b="1" dirty="0"/>
              <a:t>. </a:t>
            </a:r>
            <a:r>
              <a:rPr lang="ro-RO" b="1" dirty="0"/>
              <a:t>(</a:t>
            </a:r>
            <a:r>
              <a:rPr lang="en-US" b="1" dirty="0"/>
              <a:t>2</a:t>
            </a:r>
            <a:r>
              <a:rPr lang="ro-RO" b="1" dirty="0"/>
              <a:t> punct</a:t>
            </a:r>
            <a:r>
              <a:rPr lang="en-US" b="1" dirty="0"/>
              <a:t>e</a:t>
            </a:r>
            <a:r>
              <a:rPr lang="ro-RO" b="1" dirty="0"/>
              <a:t>)</a:t>
            </a:r>
          </a:p>
          <a:p>
            <a:r>
              <a:rPr lang="ro-RO" dirty="0"/>
              <a:t>Oficiu - </a:t>
            </a:r>
            <a:r>
              <a:rPr lang="en-US" dirty="0"/>
              <a:t>1</a:t>
            </a:r>
            <a:r>
              <a:rPr lang="ro-RO" dirty="0"/>
              <a:t> punct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3359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91CA-D388-5715-7D5E-8258B9EA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Varianta</a:t>
            </a:r>
            <a:r>
              <a:rPr lang="en-US" dirty="0">
                <a:latin typeface="+mn-lt"/>
              </a:rPr>
              <a:t> 2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04C0-EFCC-45AB-98A3-4B95E2CD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501693" cy="4899053"/>
          </a:xfrm>
        </p:spPr>
        <p:txBody>
          <a:bodyPr>
            <a:normAutofit/>
          </a:bodyPr>
          <a:lstStyle/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Să se creeze baza de date a unei aplicații care gestionează notele date de utilizatori restaurantelor pe care le-au frecventat.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Entitățile de interes pentru domeniul problemei sunt: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tipuri de restaurante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restaurante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orașe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 și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utilizatori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Fiecare tip de restaurant are un nume și o descriere.</a:t>
            </a:r>
            <a:r>
              <a:rPr lang="en-US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Un restaurant are un nume, o adresă, un număr de telefon, aparține unui singur oraș și unui singur tip de restaurant. Un tip de restaurant poate conține mai multe restaurante, dar fiecare restaurant are doar un singur tip.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Fiecare oraș are un nume. Un oraș are mai multe restaurante, dar fiecare restaurant aparține unui singur oraș.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Un utilizator are un nume de utilizator, o adresă de email și o parolă. Fiecare utilizator poate da note mai multor restaurante, iar fiecare restaurant poate primi mai multe note. Un utilizator poate da o singură notă fiecărui restaurant. Nota este un număr real.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1572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BD3E-B578-F3BC-7EA0-0A2B111B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Cerințe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2AA6-ACD9-5A30-674A-3BBA019CB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9509759" cy="4142232"/>
          </a:xfrm>
        </p:spPr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Scrieți</a:t>
            </a:r>
            <a:r>
              <a:rPr lang="en-US" dirty="0"/>
              <a:t> un script SQL care </a:t>
            </a:r>
            <a:r>
              <a:rPr lang="en-US" dirty="0" err="1"/>
              <a:t>creează</a:t>
            </a:r>
            <a:r>
              <a:rPr lang="en-US" dirty="0"/>
              <a:t> un model </a:t>
            </a:r>
            <a:r>
              <a:rPr lang="en-US" dirty="0" err="1"/>
              <a:t>relațional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reprezenta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4</a:t>
            </a:r>
            <a:r>
              <a:rPr lang="ro-RO" dirty="0"/>
              <a:t> puncte)</a:t>
            </a:r>
          </a:p>
          <a:p>
            <a:r>
              <a:rPr lang="en-US" dirty="0"/>
              <a:t>2) </a:t>
            </a:r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procedură</a:t>
            </a:r>
            <a:r>
              <a:rPr lang="en-US" dirty="0"/>
              <a:t> </a:t>
            </a:r>
            <a:r>
              <a:rPr lang="en-US" dirty="0" err="1"/>
              <a:t>stocată</a:t>
            </a:r>
            <a:r>
              <a:rPr lang="en-US" dirty="0"/>
              <a:t> care </a:t>
            </a:r>
            <a:r>
              <a:rPr lang="en-US" dirty="0" err="1"/>
              <a:t>primește</a:t>
            </a:r>
            <a:r>
              <a:rPr lang="en-US" dirty="0"/>
              <a:t> un restaurant, un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notă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adaugă</a:t>
            </a:r>
            <a:r>
              <a:rPr lang="en-US" dirty="0"/>
              <a:t> nota </a:t>
            </a:r>
            <a:r>
              <a:rPr lang="en-US" dirty="0" err="1"/>
              <a:t>dată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restaurantului</a:t>
            </a:r>
            <a:r>
              <a:rPr lang="en-US" dirty="0"/>
              <a:t>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a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 o </a:t>
            </a:r>
            <a:r>
              <a:rPr lang="en-US" dirty="0" err="1"/>
              <a:t>notă</a:t>
            </a:r>
            <a:r>
              <a:rPr lang="en-US" dirty="0"/>
              <a:t> </a:t>
            </a:r>
            <a:r>
              <a:rPr lang="en-US" dirty="0" err="1"/>
              <a:t>acelui</a:t>
            </a:r>
            <a:r>
              <a:rPr lang="en-US" dirty="0"/>
              <a:t> restaurant,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notei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actualizată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3</a:t>
            </a:r>
            <a:r>
              <a:rPr lang="ro-RO" dirty="0"/>
              <a:t> puncte)</a:t>
            </a:r>
            <a:r>
              <a:rPr lang="en-US" dirty="0"/>
              <a:t> </a:t>
            </a:r>
            <a:endParaRPr lang="ro-RO" dirty="0"/>
          </a:p>
          <a:p>
            <a:r>
              <a:rPr lang="en-US" b="1" dirty="0"/>
              <a:t>3) </a:t>
            </a:r>
            <a:r>
              <a:rPr lang="en-US" b="1" dirty="0" err="1"/>
              <a:t>Creați</a:t>
            </a:r>
            <a:r>
              <a:rPr lang="en-US" b="1" dirty="0"/>
              <a:t> o </a:t>
            </a:r>
            <a:r>
              <a:rPr lang="en-US" b="1" dirty="0" err="1"/>
              <a:t>funcție</a:t>
            </a:r>
            <a:r>
              <a:rPr lang="en-US" b="1" dirty="0"/>
              <a:t> care </a:t>
            </a:r>
            <a:r>
              <a:rPr lang="ro-RO" b="1" dirty="0"/>
              <a:t>primește ca parametru de intrare adresa de email a unui utilizator și </a:t>
            </a:r>
            <a:r>
              <a:rPr lang="en-US" b="1" dirty="0" err="1"/>
              <a:t>afișează</a:t>
            </a:r>
            <a:r>
              <a:rPr lang="ro-RO" b="1" dirty="0"/>
              <a:t> numele tipului de restaurant, </a:t>
            </a:r>
            <a:r>
              <a:rPr lang="en-US" b="1" dirty="0" err="1"/>
              <a:t>numele</a:t>
            </a:r>
            <a:r>
              <a:rPr lang="en-US" b="1" dirty="0"/>
              <a:t> </a:t>
            </a:r>
            <a:r>
              <a:rPr lang="ro-RO" b="1" dirty="0"/>
              <a:t>și numărul de telefon al </a:t>
            </a:r>
            <a:r>
              <a:rPr lang="en-US" b="1" dirty="0" err="1"/>
              <a:t>restaurantului</a:t>
            </a:r>
            <a:r>
              <a:rPr lang="ro-RO" b="1" dirty="0"/>
              <a:t>, orașul, nota, numele și adresa de email a utilizatorului pentru toate evaluările utilizatorului care are adresa de email egală cu cea transmisă prin intermediul parametrului de intrare</a:t>
            </a:r>
            <a:r>
              <a:rPr lang="en-US" b="1" dirty="0"/>
              <a:t>. </a:t>
            </a:r>
            <a:r>
              <a:rPr lang="ro-RO" b="1" dirty="0"/>
              <a:t>(</a:t>
            </a:r>
            <a:r>
              <a:rPr lang="en-US" b="1" dirty="0"/>
              <a:t>2</a:t>
            </a:r>
            <a:r>
              <a:rPr lang="ro-RO" b="1" dirty="0"/>
              <a:t> puncte)</a:t>
            </a:r>
          </a:p>
          <a:p>
            <a:r>
              <a:rPr lang="ro-RO" dirty="0"/>
              <a:t>Oficiu - </a:t>
            </a:r>
            <a:r>
              <a:rPr lang="en-US" dirty="0"/>
              <a:t>1</a:t>
            </a:r>
            <a:r>
              <a:rPr lang="ro-RO" dirty="0"/>
              <a:t> punct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1496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7_TF02895256" id="{3618AF2C-E955-4D87-AA77-A632EB049885}" vid="{2F1D0CFD-78FA-41B2-9059-A58E1373FFEB}"/>
    </a:ext>
  </a:extLst>
</a:theme>
</file>

<file path=ppt/theme/theme2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5E4EDB042A764384A34028A2E2DA7F" ma:contentTypeVersion="3" ma:contentTypeDescription="Create a new document." ma:contentTypeScope="" ma:versionID="edc139cabba7862d46ff48aa38d01be7">
  <xsd:schema xmlns:xsd="http://www.w3.org/2001/XMLSchema" xmlns:xs="http://www.w3.org/2001/XMLSchema" xmlns:p="http://schemas.microsoft.com/office/2006/metadata/properties" xmlns:ns2="95d722e6-2abf-4e76-817e-b7542abcddf5" targetNamespace="http://schemas.microsoft.com/office/2006/metadata/properties" ma:root="true" ma:fieldsID="7fce9730d8ca2c4448e5448727f34ccc" ns2:_="">
    <xsd:import namespace="95d722e6-2abf-4e76-817e-b7542abcdd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722e6-2abf-4e76-817e-b7542abcdd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AD250D-EF54-4BE0-AAE9-A981735CF46C}"/>
</file>

<file path=customXml/itemProps2.xml><?xml version="1.0" encoding="utf-8"?>
<ds:datastoreItem xmlns:ds="http://schemas.openxmlformats.org/officeDocument/2006/customXml" ds:itemID="{DC37B2A8-7DC4-4773-A8AD-F1E50CB4CCC8}"/>
</file>

<file path=customXml/itemProps3.xml><?xml version="1.0" encoding="utf-8"?>
<ds:datastoreItem xmlns:ds="http://schemas.openxmlformats.org/officeDocument/2006/customXml" ds:itemID="{EF834D4A-BD0E-4AC8-A894-30E61498AA55}"/>
</file>

<file path=docProps/app.xml><?xml version="1.0" encoding="utf-8"?>
<Properties xmlns="http://schemas.openxmlformats.org/officeDocument/2006/extended-properties" xmlns:vt="http://schemas.openxmlformats.org/officeDocument/2006/docPropsVTypes">
  <Template>Prezentare cu pictură Ocean (ecran lat)</Template>
  <TotalTime>221</TotalTime>
  <Words>516</Words>
  <Application>Microsoft Office PowerPoint</Application>
  <PresentationFormat>Widescreen</PresentationFormat>
  <Paragraphs>24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Georgia</vt:lpstr>
      <vt:lpstr>Georgia (Body)</vt:lpstr>
      <vt:lpstr>Ocean 16x9</vt:lpstr>
      <vt:lpstr>Exemple de probleme pentru examenul practic</vt:lpstr>
      <vt:lpstr>Varianta 1</vt:lpstr>
      <vt:lpstr>Cerințe</vt:lpstr>
      <vt:lpstr>Varianta 2</vt:lpstr>
      <vt:lpstr>Cerințe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probleme pentru examenul practic</dc:title>
  <dc:creator>Camelia Andor</dc:creator>
  <cp:lastModifiedBy>Camelia - Florina Andor</cp:lastModifiedBy>
  <cp:revision>9</cp:revision>
  <dcterms:created xsi:type="dcterms:W3CDTF">2023-12-08T18:55:08Z</dcterms:created>
  <dcterms:modified xsi:type="dcterms:W3CDTF">2025-12-08T19:51:16Z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0x010100C85E4EDB042A764384A34028A2E2DA7F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